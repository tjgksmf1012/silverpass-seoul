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프로젝트 완료보고서 · 발표자료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7F3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 맞춤형 이동 지원을 위한  생성형 AI 기반 공공데이터 융합 시스템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실시간 공공 빅데이터 8종과 Claude AI를 결합해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고령자·보호자·돌봄기관이 함께 쓰는 생활권 이동 코파일럿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166360"/>
            <a:ext cx="317754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166360"/>
            <a:ext cx="2811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서하늘 · 오윤식 · 조준영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4820" y="5166360"/>
            <a:ext cx="3547872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3420" y="516636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PWA · Vercel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012" y="5166360"/>
            <a:ext cx="465886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5612" y="5166360"/>
            <a:ext cx="4293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silverpass-seoul.vercel.app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소개와 핵심 지표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84632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&amp; 솔루션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 이동의 페인포인트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920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77824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· 화면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7824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화면으로 보는 기능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480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623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클라이언트–서버리스–공공API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4480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84632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공공데이터 &amp; API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46320" y="5623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서울·공공데이터포털·외부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0" y="4480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77824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· 기술 · 기대효과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778240" y="5623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연동과 품질 관리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“가장 빠른 길”이 아니라 “가장 덜 힘든 길”을 안내합니다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Care는 서울시 실시간 공공 빅데이터와 Claude AI를 결합해, 고령자가 이동 중 마주치는 저상버스·승강기·미세먼지·편의시설 문제를 한 화면에서 해결하는 웹앱(PWA)입니다. 보호자·돌봄기관이 같은 프로필을 함께 관리하는 돌봄 워크플로우까지 지원합니다.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37033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18 + Vite 기반 PWA (설치 없이 링크로 실행)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425196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— Serverless Functions 포함, 상시 데모 운영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480060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2026.5 ~ 진행 중 · 커밋 50회 이상 반복 개선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3492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534924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공개 저장소 · MIT License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0" y="160020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63D37"/>
          </a:solidFill>
          <a:ln/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168만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979408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65세 이상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 (명)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0" y="3172968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33101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8종+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79408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연동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공공데이터·API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0" y="4745736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0" y="48828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979408" y="5568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시 119·보호자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원터치 연결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 이동은 “길찾기 실패”와 다릅니다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하나, 저상버스 대기, 승강기 고장, 폭염, 화장실 부재가 모두 “이동 포기”의 원인이 됩니다. 기존 지도 서비스는 이를 반영하지 못합니다.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2606040" cy="128016"/>
          </a:xfrm>
          <a:prstGeom prst="roundRect">
            <a:avLst>
              <a:gd name="adj" fmla="val 35714"/>
            </a:avLst>
          </a:prstGeom>
          <a:solidFill>
            <a:srgbClr val="5EEAD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97480"/>
            <a:ext cx="868680" cy="86868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🚌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오는지 몰라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정류장에서 오래 기다림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47872" y="23317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2331720"/>
            <a:ext cx="2606040" cy="128016"/>
          </a:xfrm>
          <a:prstGeom prst="roundRect">
            <a:avLst>
              <a:gd name="adj" fmla="val 35714"/>
            </a:avLst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3867912" y="2697480"/>
            <a:ext cx="868680" cy="86868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14" name="Text 12"/>
          <p:cNvSpPr/>
          <p:nvPr/>
        </p:nvSpPr>
        <p:spPr>
          <a:xfrm>
            <a:off x="3867912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22192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승강기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22192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중인지 미리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없어 계단에 막힘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55664" y="23317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2331720"/>
            <a:ext cx="2606040" cy="128016"/>
          </a:xfrm>
          <a:prstGeom prst="roundRect">
            <a:avLst>
              <a:gd name="adj" fmla="val 35714"/>
            </a:avLst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775704" y="2697480"/>
            <a:ext cx="868680" cy="86868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20" name="Text 18"/>
          <p:cNvSpPr/>
          <p:nvPr/>
        </p:nvSpPr>
        <p:spPr>
          <a:xfrm>
            <a:off x="6775704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🌫️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29984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미세먼지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9984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날 가까운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무더위쉼터를 모름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63456" y="23317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63456" y="2331720"/>
            <a:ext cx="2606040" cy="128016"/>
          </a:xfrm>
          <a:prstGeom prst="roundRect">
            <a:avLst>
              <a:gd name="adj" fmla="val 35714"/>
            </a:avLst>
          </a:prstGeom>
          <a:solidFill>
            <a:srgbClr val="5EEAD4"/>
          </a:solidFill>
          <a:ln/>
        </p:spPr>
      </p:sp>
      <p:sp>
        <p:nvSpPr>
          <p:cNvPr id="25" name="Shape 23"/>
          <p:cNvSpPr/>
          <p:nvPr/>
        </p:nvSpPr>
        <p:spPr>
          <a:xfrm>
            <a:off x="9683496" y="2697480"/>
            <a:ext cx="868680" cy="86868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26" name="Text 24"/>
          <p:cNvSpPr/>
          <p:nvPr/>
        </p:nvSpPr>
        <p:spPr>
          <a:xfrm>
            <a:off x="9683496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🚑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637776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상황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37776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병원·응급실을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 찾기 어려움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63D3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0292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보호자·돌봄기관도 부담</a:t>
            </a:r>
            <a:pPr indent="0" marL="0">
              <a:buNone/>
            </a:pPr>
            <a:r>
              <a:rPr lang="en-US" sz="1400" dirty="0">
                <a:solidFill>
                  <a:srgbClr val="ECF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반복되는 이동 안내를 매번 전화·문자로 처리 → 업무 부담이 크고 실수·누락이 생깁니다.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3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0F766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개의 축으로 “가장 덜 힘든 이동”을 만듭니다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02152" cy="3931920"/>
          </a:xfrm>
          <a:prstGeom prst="roundRect">
            <a:avLst>
              <a:gd name="adj" fmla="val 3133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40280"/>
            <a:ext cx="640080" cy="6400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30428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공공데이터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대기질·승강기·버스/지하철 도착·무더위쉼터·화장실·약국·응급의료기관을 실시간으로 결합해 “지금 실제로 가능한 이동안”을 산출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846320"/>
            <a:ext cx="2862072" cy="411480"/>
          </a:xfrm>
          <a:prstGeom prst="roundRect">
            <a:avLst>
              <a:gd name="adj" fmla="val 20000"/>
            </a:avLst>
          </a:prstGeom>
          <a:solidFill>
            <a:srgbClr val="0F766E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8463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실시간 6+2종 데이터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5349240"/>
            <a:ext cx="2862072" cy="411480"/>
          </a:xfrm>
          <a:prstGeom prst="roundRect">
            <a:avLst>
              <a:gd name="adj" fmla="val 20000"/>
            </a:avLst>
          </a:prstGeom>
          <a:solidFill>
            <a:srgbClr val="0F766E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3492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이동 부담도 자동 산정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26280" y="1920240"/>
            <a:ext cx="3502152" cy="3931920"/>
          </a:xfrm>
          <a:prstGeom prst="roundRect">
            <a:avLst>
              <a:gd name="adj" fmla="val 3133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240280"/>
            <a:ext cx="640080" cy="6400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23560" y="230428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개인화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310896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AI가 자연어 요청을 해석하고, 최대 도보시간·계단 허용·보행보조기구 등 개인 프로필에 맞춰 경로를 쉬운 말로 설명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4846320"/>
            <a:ext cx="2862072" cy="411480"/>
          </a:xfrm>
          <a:prstGeom prst="roundRect">
            <a:avLst>
              <a:gd name="adj" fmla="val 20000"/>
            </a:avLst>
          </a:prstGeom>
          <a:solidFill>
            <a:srgbClr val="0F766E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8463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자연어 질의 해석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5349240"/>
            <a:ext cx="2862072" cy="411480"/>
          </a:xfrm>
          <a:prstGeom prst="roundRect">
            <a:avLst>
              <a:gd name="adj" fmla="val 20000"/>
            </a:avLst>
          </a:prstGeom>
          <a:solidFill>
            <a:srgbClr val="0F766E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53492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개인 조건 반영 설명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1920240"/>
            <a:ext cx="3502152" cy="3931920"/>
          </a:xfrm>
          <a:prstGeom prst="roundRect">
            <a:avLst>
              <a:gd name="adj" fmla="val 3133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2240280"/>
            <a:ext cx="640080" cy="6400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5" name="Text 23"/>
          <p:cNvSpPr/>
          <p:nvPr/>
        </p:nvSpPr>
        <p:spPr>
          <a:xfrm>
            <a:off x="87325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09760" y="230428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가드레일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32520" y="310896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키워드를 감지하면 AI 안내를 중단하고 즉시 119·보호자 연결로 전환. 데이터 실패 시 폴백으로 서비스 지속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32520" y="4846320"/>
            <a:ext cx="2862072" cy="411480"/>
          </a:xfrm>
          <a:prstGeom prst="roundRect">
            <a:avLst>
              <a:gd name="adj" fmla="val 20000"/>
            </a:avLst>
          </a:prstGeom>
          <a:solidFill>
            <a:srgbClr val="0F766E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48463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응급 즉시 전환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732520" y="5349240"/>
            <a:ext cx="2862072" cy="411480"/>
          </a:xfrm>
          <a:prstGeom prst="roundRect">
            <a:avLst>
              <a:gd name="adj" fmla="val 20000"/>
            </a:avLst>
          </a:prstGeom>
          <a:solidFill>
            <a:srgbClr val="0F766E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53492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무중단 폴백 설계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FEATURE ·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 ① 홈 — 한눈에 보는 이동 준비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5" name="Image 0" descr="/tmp/claude-0/-home-user-silverpass-seoul/8154be3d-28e3-5711-96c6-db9fa087d5f5/scratchpad/screens/03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190307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112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7" name="Image 1" descr="/tmp/claude-0/-home-user-silverpass-seoul/8154be3d-28e3-5711-96c6-db9fa087d5f5/scratchpad/screens/11-home-nearb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2190307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194767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5"/>
          <p:cNvSpPr/>
          <p:nvPr/>
        </p:nvSpPr>
        <p:spPr>
          <a:xfrm>
            <a:off x="65836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408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대기질 배지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040880" y="2267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자치구의 PM10/PM2.5를 헤더에서 즉시 확인, 나쁨 시 경고 배너 표시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0" y="3063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040880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음성·텍스트 검색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04088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“목적지를 말씀해 주세요” — 음성 입력과 대형 버튼을 함께 제공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417880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40880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가는 곳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040880" y="4498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보호자·어르신이 등록한 반복 목적지를 큰 카드로 배치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3680" y="529437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040880" y="5221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곳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040880" y="5614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복지관·병원·약국을 주변에서 바로 탐색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FEATURE · AI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 ② AI 맞춤 경로 안내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5" name="Image 0" descr="/tmp/claude-0/-home-user-silverpass-seoul/8154be3d-28e3-5711-96c6-db9fa087d5f5/scratchpad/screens/05-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190307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112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7" name="Image 1" descr="/tmp/claude-0/-home-user-silverpass-seoul/8154be3d-28e3-5711-96c6-db9fa087d5f5/scratchpad/screens/06-route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2190307" cy="4709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1783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AI가 목적지·조건·긴급도를 해석하고, 개인 프로필에 맞춰 이동 부담도를 산정합니다.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0" y="260604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12280" y="26974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출발지·목적지 좌표 확인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12280" y="30083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장소검색으로 목적지 좌표를 얻어 실제 거리·소요시간 계산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83680" y="3538728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12280" y="3630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 체크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812280" y="39410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출발지·목적지·대기질을 한 줄로 요약해 이동 전 점검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83680" y="4471416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12280" y="45628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부담도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812280" y="48737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대기질·승강기·개인 조건을 종합해 쉬움/보통/힘듦으로 시각화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583680" y="540410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12280" y="54955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전환 버튼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812280" y="5806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화면에서도 언제든 응급 화면으로 이동 가능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FEATURE · REALTIME TRANSIT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 ③ 실시간 교통 · 교통약자 정보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5" name="Image 0" descr="/tmp/claude-0/-home-user-silverpass-seoul/8154be3d-28e3-5711-96c6-db9fa087d5f5/scratchpad/screens/12-route-trans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190307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교통약자에게 꼭 필요한 정보를 우선 노출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40680" y="2468880"/>
            <a:ext cx="640080" cy="64008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0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63640" y="24414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 실시간 표시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280720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 도착정보에서 저상버스 여부를 배지로 강조 — 휠체어·보행보조기구 이용자가 탈 수 있는 차량을 바로 확인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40680" y="3493008"/>
            <a:ext cx="640080" cy="64008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3493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🚈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63640" y="34655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 · 지하철 · 택시 탭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263640" y="383133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대중교통 수단을 전환하며 도착 정보를 비교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40680" y="4517136"/>
            <a:ext cx="640080" cy="64008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4517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63640" y="44897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실시간 도착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263640" y="485546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swopenapi 실시간 도착 API로 상·하행 도착 시간을 안내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40680" y="5541264"/>
            <a:ext cx="640080" cy="64008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55412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63640" y="55138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허용 시 실시간 전환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263640" y="5879592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위치를 허용하면 인근 정류소 기준 실시간 데이터로 자동 전환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FEATURE · EMERGENCY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 ④ 응급 기능 — 안전 가드레일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5" name="Image 0" descr="/tmp/claude-0/-home-user-silverpass-seoul/8154be3d-28e3-5711-96c6-db9fa087d5f5/scratchpad/screens/10-emerg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190307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판단하지 않고, 즉시 사람에게 연결합니다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394960" y="2468880"/>
            <a:ext cx="6446520" cy="896112"/>
          </a:xfrm>
          <a:prstGeom prst="roundRect">
            <a:avLst>
              <a:gd name="adj" fmla="val 918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25603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키워드 자동 감지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23560" y="28712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“아파요/쓰러졌/숨이…” 등 응급 표현을 입력 즉시 감지하면 AI 호출 전에 응급 화면으로 전환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94960" y="3456432"/>
            <a:ext cx="6446520" cy="896112"/>
          </a:xfrm>
          <a:prstGeom prst="roundRect">
            <a:avLst>
              <a:gd name="adj" fmla="val 918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35478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 원터치 신고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623560" y="38587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소방청 응급의료로 한 번의 터치로 연결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4960" y="4443984"/>
            <a:ext cx="6446520" cy="896112"/>
          </a:xfrm>
          <a:prstGeom prst="roundRect">
            <a:avLst>
              <a:gd name="adj" fmla="val 918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45354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 원터치 호출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623560" y="4846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보호자 전화번호로 즉시 전화 — 진동 피드백 제공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394960" y="5431536"/>
            <a:ext cx="6446520" cy="896112"/>
          </a:xfrm>
          <a:prstGeom prst="roundRect">
            <a:avLst>
              <a:gd name="adj" fmla="val 918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552297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근처 응급의료기관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23560" y="58338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공공데이터포털 응급의료기관 목록으로 인근 병원·응급실을 전화번호와 함께 안내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FEATURE · PERSONALIZATION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 ⑤ 개인화 프로필 · Zero-touch 온보딩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680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5" name="Image 0" descr="/tmp/claude-0/-home-user-silverpass-seoul/8154be3d-28e3-5711-96c6-db9fa087d5f5/scratchpad/screens/08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190307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11296" y="1682496"/>
            <a:ext cx="2300035" cy="4818888"/>
          </a:xfrm>
          <a:prstGeom prst="round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28000"/>
              </a:srgbClr>
            </a:outerShdw>
          </a:effectLst>
        </p:spPr>
      </p:sp>
      <p:pic>
        <p:nvPicPr>
          <p:cNvPr id="7" name="Image 1" descr="/tmp/claude-0/-home-user-silverpass-seoul/8154be3d-28e3-5711-96c6-db9fa087d5f5/scratchpad/screens/02-onboar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2190307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194767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5"/>
          <p:cNvSpPr/>
          <p:nvPr/>
        </p:nvSpPr>
        <p:spPr>
          <a:xfrm>
            <a:off x="65836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408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이동 프로필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040880" y="22677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이름·보호자 연락처·집 주소·최대 도보시간·계단 허용·보행보조기구 등을 저장해 매번 재입력 없이 맞춤 안내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3063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040880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없는 링크형 진입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040880" y="3383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PWA로 앱스토어 설치 없이 링크만으로 실행, 홈 화면 추가 지원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83680" y="417880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40880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 대리 설정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040880" y="44988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초대 링크로 어르신 프로필을 대신 등록 — 디지털 취약 계층 배려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583680" y="529437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040880" y="5221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UI · 큰 글자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040880" y="56144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 접근성을 고려한 큰 버튼·큰 글씨·명확한 대비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클라이언트는 비밀키를 갖지 않고, Vercel Serverless 프록시를 거쳐 공공 API를 호출합니다. 서울·공공데이터포털 API가 HTTP만 지원하는 문제(HTTPS 혼합콘텐츠 차단)를 프록시가 서버사이드에서 해결합니다.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0FDFA"/>
          </a:solidFill>
          <a:ln w="1651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· 클라이언트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1089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18 + Vite PWA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66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 앱 · 보호자 대시보드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지도(OpenStreetMap)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4805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80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장소검색 SDK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9377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937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음성입력 · localStorage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242316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063D37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Serverless 프록시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108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/api/claude  </a:t>
            </a:r>
            <a:pPr indent="0" marL="0">
              <a:buNone/>
            </a:pPr>
            <a:r>
              <a:rPr lang="en-US" sz="900" dirty="0">
                <a:solidFill>
                  <a:srgbClr val="ECF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질의·설명·지하철 안내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5661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/api/seoul  </a:t>
            </a:r>
            <a:pPr indent="0" marL="0">
              <a:buNone/>
            </a:pPr>
            <a:r>
              <a:rPr lang="en-US" sz="900" dirty="0">
                <a:solidFill>
                  <a:srgbClr val="ECF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열린데이터광장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40233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4023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/api/gonggong  </a:t>
            </a:r>
            <a:pPr indent="0" marL="0">
              <a:buNone/>
            </a:pPr>
            <a:r>
              <a:rPr lang="en-US" sz="900" dirty="0">
                <a:solidFill>
                  <a:srgbClr val="ECF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약국·응급의료기관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44805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4480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/api/subway  </a:t>
            </a:r>
            <a:pPr indent="0" marL="0">
              <a:buNone/>
            </a:pPr>
            <a:r>
              <a:rPr lang="en-US" sz="900" dirty="0">
                <a:solidFill>
                  <a:srgbClr val="ECF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실시간 도착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493776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/api/walk-route  </a:t>
            </a:r>
            <a:pPr indent="0" marL="0">
              <a:buNone/>
            </a:pPr>
            <a:r>
              <a:rPr lang="en-US" sz="900" dirty="0">
                <a:solidFill>
                  <a:srgbClr val="ECF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보행자 경로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2423160"/>
            <a:ext cx="3227832" cy="3108960"/>
          </a:xfrm>
          <a:prstGeom prst="roundRect">
            <a:avLst>
              <a:gd name="adj" fmla="val 3529"/>
            </a:avLst>
          </a:prstGeom>
          <a:solidFill>
            <a:srgbClr val="F0FDFA"/>
          </a:solidFill>
          <a:ln w="1651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6060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데이터 · API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549640" y="3108960"/>
            <a:ext cx="27706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31089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열린데이터광장 (6종)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49640" y="3566160"/>
            <a:ext cx="27706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35661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공공데이터포털 (약국·응급)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49640" y="4023360"/>
            <a:ext cx="27706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40233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Haiku 4.5 (Anthropic)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49640" y="4480560"/>
            <a:ext cx="27706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44805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ODsay · TMAP · OSRM 경로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49640" y="4937760"/>
            <a:ext cx="27706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49377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OpenStreetMap · Supabase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86200" y="3977640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triangl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726680" y="3977640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48056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→ HTTPS 변환 · 비밀키 서버 보관 · CDN 캐시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PUBLIC DATA · SEOUL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공공데이터 ① 서울 열린데이터광장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data.seoul.go.kr · swopenapi.seoul.go.kr — 6종 실시간 데이터셋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5605272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(API 서비스명)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앱에서의 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화면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대기환경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RealtimeCityAir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PM10/PM2.5·대기질 등급 → 홈 배지, 이동 부담도 산정, 나쁨 시 경고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· 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승강기 가동현황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LiftStatusInfoService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 승강기 정상/점검 여부 → 이동 부담도 반영, 안내 문구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지하철 실시간 도착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realtimeStationArrival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상·하행 실시간 도착 시간 → 실시간 교통 정보 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버스 도착정보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BusStopArInfoByRouteList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저상버스 여부·도착 시간 → 교통약자 우선 안내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공중화장실 위치정보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SearchPublicToiletPOIService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주변 장애인 화장실 안내 (라스트마일 접근성)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무더위쉼터 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TbGtnHireshelter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폭염·미세먼지 나쁨 시 인근 쉼터 자동 안내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· 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PUBLIC DATA &amp; EXTERNAL 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공공데이터 ② 공공데이터포털 · 외부 API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공공데이터포털 (data.go.kr · B552657)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 현황 조회  </a:t>
            </a:r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getParmacyListInfoInqire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4597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목적지 주변 약국 위치·전화·영업시간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986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응급의료기관 목록  </a:t>
            </a:r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getEgytListInfoInqire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095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시 인근 병원·응급실 전화 안내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376672" cy="2148840"/>
          </a:xfrm>
          <a:prstGeom prst="roundRect">
            <a:avLst>
              <a:gd name="adj" fmla="val 425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· 위치 · 오픈 데이터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OpenStreetMap · Nominatim 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타일 렌더링(Leaflet) · GPS 좌표 → 자치구 역지오코딩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OSRM (foot) 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보행자 경로 폴백 (오픈 라우팅)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154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Daum 우편번호 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직접 검색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상용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297680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5371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Haiku 4.5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50474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3218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 해석 · 경로 설명 · 지하철 안내 생성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52928" y="429768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52928" y="4297680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455371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Maps SDK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017520" y="50474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dapi.kakao.com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53218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키워드 검색 · 좌표 획득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65776" y="429768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65776" y="4297680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455371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ODsay LAB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30368" y="50474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api.odsay.com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53218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경로 탐색 · 버스 실시간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78624" y="429768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78624" y="4297680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443216" y="455371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보행자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443216" y="50474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openapi.sk.com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43216" y="53218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보행 turn-by-turn 경로 (있으면 우선)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91472" y="429768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491472" y="4297680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9656064" y="455371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656064" y="50474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supabase.com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56064" y="53218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· 보호자–어르신 연결 DB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3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371600"/>
            <a:ext cx="3840480" cy="3840480"/>
          </a:xfrm>
          <a:prstGeom prst="ellipse">
            <a:avLst/>
          </a:prstGeom>
          <a:solidFill>
            <a:srgbClr val="0F766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AI 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Haiku 4.5 — 3가지 역할로 활용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02152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139696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해석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parseUserQuery()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“덜 걷는 길로 약국 가고 싶어” 같은 자연어를 목적지·유형·긴급도·선호(계단없음/저상버스 등) JSON으로 구조화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502152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10312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2139696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설명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7889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generateRouteExplanation()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546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저상버스·승강기·날씨·거리·건강메모를 반영해 3단계 이내 존댓말·쉬운 문장으로 설명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1828800"/>
            <a:ext cx="3502152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10312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0" y="2139696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안내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0" y="27889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generateSubwayGuide()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1546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역·호선·출구·환승·엘리베이터 팁을 현실적으로 생성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0F766E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포인트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전용 키 보호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Anthropic 키는 /api/claude 서버리스에서만 사용 → 브라우저 번들 미노출    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무중단 폴백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AI 실패·키 없음 시 규칙 기반 로직으로 자동 전환해 서비스 지속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TECH STACK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&amp; 품질 관리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18 · Vite · Tailwind CSS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25786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Haiku 4.5 (Anthropic SDK)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45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31455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Leaflet.js · OpenStreetMap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24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31720" y="37124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vite-plugin-pwa (설치·오프라인)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7939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79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· 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31720" y="42793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(카카오 로그인·연결)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인프라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172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Serverless · Edge 캐시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관리 &amp; 오픈소스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2011680"/>
            <a:ext cx="5239512" cy="914400"/>
          </a:xfrm>
          <a:prstGeom prst="roundRect">
            <a:avLst>
              <a:gd name="adj" fmla="val 9000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26771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121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테스트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432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Vitest 단위 테스트 22개 — 응급 감지·AI 폴백·프로필/이력 저장 검증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017520"/>
            <a:ext cx="5239512" cy="914400"/>
          </a:xfrm>
          <a:prstGeom prst="roundRect">
            <a:avLst>
              <a:gd name="adj" fmla="val 9000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2735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127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 파이프라인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438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Actions로 push/PR마다 install · test · build 자동 실행 (통과 확인)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023360"/>
            <a:ext cx="5239512" cy="914400"/>
          </a:xfrm>
          <a:prstGeom prst="roundRect">
            <a:avLst>
              <a:gd name="adj" fmla="val 9000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2793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4133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무중단 폴백 설계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4443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 실패 시 규칙 기반 mock으로 자동 전환 — 가용성 우선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5029200"/>
            <a:ext cx="5239512" cy="914400"/>
          </a:xfrm>
          <a:prstGeom prst="roundRect">
            <a:avLst>
              <a:gd name="adj" fmla="val 9000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52852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40880" y="51389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공개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40880" y="5449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 License · CONTRIBUTING · 이슈/PR 템플릿 구비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3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023360"/>
            <a:ext cx="4023360" cy="4023360"/>
          </a:xfrm>
          <a:prstGeom prst="ellipse">
            <a:avLst/>
          </a:prstGeom>
          <a:solidFill>
            <a:srgbClr val="0F76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554480"/>
            <a:ext cx="3474720" cy="3474720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IMPACT &amp;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13432"/>
            <a:ext cx="731520" cy="731520"/>
          </a:xfrm>
          <a:prstGeom prst="ellipse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221992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642616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포기·대기 불안 감소, 반복 이동 성공률 향상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96596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13432"/>
            <a:ext cx="731520" cy="731520"/>
          </a:xfrm>
          <a:prstGeom prst="ellipse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98080" y="2221992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642616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안내 부담 감소, 안심감 확보, 비응급 대응 용이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050792"/>
            <a:ext cx="731520" cy="731520"/>
          </a:xfrm>
          <a:prstGeom prst="ellipse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50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3959352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돌봄기관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379976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등하원·내원 동선 관리 효율화, 문의 응대 감소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70332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050792"/>
            <a:ext cx="731520" cy="731520"/>
          </a:xfrm>
          <a:prstGeom prst="ellipse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050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98080" y="3959352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공공부문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4379976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승강기·경사로·쉼터 등 이동 사각지대 파악 가능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A7F3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실버패스 서울 Care는 단순 길찾기 앱이 아니라, 서울시 공공데이터를 생활복지 인프라로 전환하는 서비스입니다.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github.com/tjgksmf1012/silverpass-seoul   ·   silverpass-seoul.vercel.app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2026-07-23T13:42:04Z</dcterms:created>
  <dcterms:modified xsi:type="dcterms:W3CDTF">2026-07-23T13:42:04Z</dcterms:modified>
</cp:coreProperties>
</file>