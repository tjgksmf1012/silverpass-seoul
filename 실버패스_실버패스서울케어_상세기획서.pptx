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silverpass-seoul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silverpass-seoul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5C56"/>
          </a:solidFill>
          <a:ln w="12700">
            <a:solidFill>
              <a:srgbClr val="0D5C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548640"/>
            <a:ext cx="54864" cy="4023360"/>
          </a:xfrm>
          <a:prstGeom prst="rect">
            <a:avLst/>
          </a:prstGeom>
          <a:solidFill>
            <a:srgbClr val="0D5C56">
              <a:alpha val="82000"/>
            </a:srgbClr>
          </a:solidFill>
          <a:ln w="12700">
            <a:solidFill>
              <a:srgbClr val="0D5C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548640"/>
            <a:ext cx="54864" cy="4023360"/>
          </a:xfrm>
          <a:prstGeom prst="rect">
            <a:avLst/>
          </a:prstGeom>
          <a:solidFill>
            <a:srgbClr val="0D5C56">
              <a:alpha val="67000"/>
            </a:srgbClr>
          </a:solidFill>
          <a:ln w="12700">
            <a:solidFill>
              <a:srgbClr val="0D5C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548640"/>
            <a:ext cx="54864" cy="4023360"/>
          </a:xfrm>
          <a:prstGeom prst="rect">
            <a:avLst/>
          </a:prstGeom>
          <a:solidFill>
            <a:srgbClr val="0D5C56">
              <a:alpha val="52000"/>
            </a:srgbClr>
          </a:solidFill>
          <a:ln w="12700">
            <a:solidFill>
              <a:srgbClr val="0D5C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548640"/>
            <a:ext cx="54864" cy="4023360"/>
          </a:xfrm>
          <a:prstGeom prst="rect">
            <a:avLst/>
          </a:prstGeom>
          <a:solidFill>
            <a:srgbClr val="0D5C56">
              <a:alpha val="37000"/>
            </a:srgbClr>
          </a:solidFill>
          <a:ln w="12700">
            <a:solidFill>
              <a:srgbClr val="0D5C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6459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D5C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SILVER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D5C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0" y="3566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D7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서울시 빅데이터 활용 경진대회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D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창업부문 | 제품 및 서비스 개발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6002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실버패스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48640" y="23317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서울 Care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고령자의 가장 덜 힘든 이동을 위한 AI 경로 안내 서비스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36576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D7D4"/>
                </a:solidFill>
              </a:rPr>
              <a:t>팀명: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실버패스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D7D4"/>
                </a:solidFill>
              </a:rPr>
              <a:t>대표자: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서하늘 | 충남도립대학교</a:t>
            </a:r>
            <a:endParaRPr lang="en-US" sz="1200" dirty="0"/>
          </a:p>
        </p:txBody>
      </p:sp>
      <p:sp>
        <p:nvSpPr>
          <p:cNvPr id="18" name="Text 16">
            <a:hlinkClick r:id="rId1" tooltip=""/>
          </p:cNvPr>
          <p:cNvSpPr/>
          <p:nvPr/>
        </p:nvSpPr>
        <p:spPr>
          <a:xfrm>
            <a:off x="548640" y="4434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14B8A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silverpass-seoul.vercel.app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/ 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4023360" cy="1051560"/>
          </a:xfrm>
          <a:prstGeom prst="rect">
            <a:avLst/>
          </a:prstGeom>
          <a:solidFill>
            <a:srgbClr val="E6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490472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399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문제 정의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764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고령화 사회와 이동 불편 현황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10912" y="1490472"/>
            <a:ext cx="502920" cy="502920"/>
          </a:xfrm>
          <a:prstGeom prst="ellipse">
            <a:avLst/>
          </a:prstGeom>
          <a:solidFill>
            <a:srgbClr val="E6F7F6"/>
          </a:solidFill>
          <a:ln w="12700">
            <a:solidFill>
              <a:srgbClr val="E6F7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23560" y="1399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서비스 개요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1764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실버패스 서울 Care 소개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2724912"/>
            <a:ext cx="502920" cy="502920"/>
          </a:xfrm>
          <a:prstGeom prst="ellipse">
            <a:avLst/>
          </a:prstGeom>
          <a:solidFill>
            <a:srgbClr val="E6F7F6"/>
          </a:solidFill>
          <a:ln w="12700">
            <a:solidFill>
              <a:srgbClr val="E6F7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724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26334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핵심 기능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2999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6가지 핵심 기능 상세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4688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10912" y="2724912"/>
            <a:ext cx="502920" cy="502920"/>
          </a:xfrm>
          <a:prstGeom prst="ellipse">
            <a:avLst/>
          </a:prstGeom>
          <a:solidFill>
            <a:srgbClr val="E6F7F6"/>
          </a:solidFill>
          <a:ln w="12700">
            <a:solidFill>
              <a:srgbClr val="E6F7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724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26334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활용 공공데이터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23560" y="2999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서울 열린데이터광장 · 공공데이터포털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" y="3959352"/>
            <a:ext cx="502920" cy="502920"/>
          </a:xfrm>
          <a:prstGeom prst="ellipse">
            <a:avLst/>
          </a:prstGeom>
          <a:solidFill>
            <a:srgbClr val="E6F7F6"/>
          </a:solidFill>
          <a:ln w="12700">
            <a:solidFill>
              <a:srgbClr val="E6F7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3867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기술 구성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34440" y="4233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시스템 아키텍처 및 기술 스택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70332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10912" y="3959352"/>
            <a:ext cx="502920" cy="502920"/>
          </a:xfrm>
          <a:prstGeom prst="ellipse">
            <a:avLst/>
          </a:prstGeom>
          <a:solidFill>
            <a:srgbClr val="E6F7F6"/>
          </a:solidFill>
          <a:ln w="12700">
            <a:solidFill>
              <a:srgbClr val="E6F7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23560" y="3867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기대 효과 및 발전 방향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623560" y="4233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사회적 가치 · 비즈니스 모델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 ① — 빠르게 늘어나는 고령 인구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대한민국과 서울시 고령화 현황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56032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19.2%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2024년 서울시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65세 이상 비율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25603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173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초고령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사회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2331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2026년 진입 예상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(20% 이상)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56032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173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4명 중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2331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2035년 서울시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고령자 비율 전망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E6F7F6"/>
          </a:solidFill>
          <a:ln w="12700">
            <a:solidFill>
              <a:srgbClr val="C9EB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3075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문제점: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고령 인구의 급격한 증가에도 불구하고 기존 대중교통·네비게이션 앱은 저상버스, 엘리베이터 유무, 화장실 접근성 등 고령자에게 꼭 필요한 '접근성 정보'를 반영하지 않아 이동 불편이 심각합니다.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 ② — 고령자 이동의 현실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서비스의 한계와 실제 불편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399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🚌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3990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저상버스 정보 없음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어느 버스가 저상버스인지 확인할 수 없어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무작정 기다리는 상황이 반복됩니다.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65192" y="1399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715000" y="13990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엘리베이터 고장 대응 불가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15000" y="17830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지하철 환승 시 엘리베이터 고장 여부를 모르고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계단 앞에서 되돌아오는 고령자가 빈번합니다.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227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🌧️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32278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날씨 미반영 경로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6118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비·폭염 날씨에도 무작정 걷기를 유도해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낙상·열사병 등 안전사고 위험이 높습니다.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3063240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65192" y="3227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715000" y="32278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응급 상황 대응 어려움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15000" y="36118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이동 중 위급 상황 발생 시 위치를 빠르게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보호자·응급기관에 전달하는 수단이 없습니다.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4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솔루션 제안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실버패스 서울 Care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</a:rPr>
              <a:t>고령자·보호자·돌봄기관이 함께 쓰는 생활권 이동 AI 코파일럿.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</a:rPr>
              <a:t>저상버스·승강기·날씨·공중화장실을 실시간으로 반영하여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</a:rPr>
              <a:t>가장 덜 힘든 길을 안내합니다.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172968"/>
            <a:ext cx="2468880" cy="347472"/>
          </a:xfrm>
          <a:prstGeom prst="rect">
            <a:avLst/>
          </a:prstGeom>
          <a:solidFill>
            <a:srgbClr val="0D5C5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✓  AI 경로 추천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3172968"/>
            <a:ext cx="2468880" cy="347472"/>
          </a:xfrm>
          <a:prstGeom prst="rect">
            <a:avLst/>
          </a:prstGeom>
          <a:solidFill>
            <a:srgbClr val="0D5C5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✓  저상버스 연동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172968"/>
            <a:ext cx="2468880" cy="347472"/>
          </a:xfrm>
          <a:prstGeom prst="rect">
            <a:avLst/>
          </a:prstGeom>
          <a:solidFill>
            <a:srgbClr val="0D5C5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✓  실시간 엘리베이터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630168"/>
            <a:ext cx="2468880" cy="347472"/>
          </a:xfrm>
          <a:prstGeom prst="rect">
            <a:avLst/>
          </a:prstGeom>
          <a:solidFill>
            <a:srgbClr val="0D5C5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57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✓  응급 SOS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3630168"/>
            <a:ext cx="2468880" cy="347472"/>
          </a:xfrm>
          <a:prstGeom prst="rect">
            <a:avLst/>
          </a:prstGeom>
          <a:solidFill>
            <a:srgbClr val="0D5C5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657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✓  보호자 모니터링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630168"/>
            <a:ext cx="2468880" cy="347472"/>
          </a:xfrm>
          <a:prstGeom prst="rect">
            <a:avLst/>
          </a:prstGeom>
          <a:solidFill>
            <a:srgbClr val="0D5C5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657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✓  PWA 앱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서비스 URL: silverpass-seoul.vercel.app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대상 — 3인 3역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고령자 · 보호자 · 돌봄기관이 함께 사용하는 플랫폼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60604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👴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어르신 (고령자)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2057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06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스마트폰에 익숙하지 않아도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큰 글씨·음성 안내로 쉽게 이용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저상버스·엘리베이터 기반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최적 경로 자동 안내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응급 상황 시 SOS 버튼 한 번으로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보호자·119 즉시 연결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18872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188720"/>
            <a:ext cx="26060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3716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👩‍💼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383280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보호자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66160" y="2468880"/>
            <a:ext cx="2057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606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부모님 이동 현황 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경로 이력 실시간 확인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246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어르신 건강 상태 메모·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자주 가는 장소 등록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886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초대 코드로 손쉽게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어르신과 연결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18872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188720"/>
            <a:ext cx="26060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3716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🏥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217920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돌봄기관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2468880"/>
            <a:ext cx="2057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606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담당 어르신 통합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이동 모니터링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246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기관 단위 이동 기록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보고서 활용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886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돌봄 서비스 품질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향상에 기여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① — AI 경로 추천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기반 맞춤형 경로 생성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4297680" cy="3520440"/>
          </a:xfrm>
          <a:prstGeom prst="rect">
            <a:avLst/>
          </a:prstGeom>
          <a:solidFill>
            <a:srgbClr val="E6F7F6"/>
          </a:solidFill>
          <a:ln w="12700">
            <a:solidFill>
              <a:srgbClr val="C9E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47472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🗺️ 출발지 → 목적지 입력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주소 직접 입력 또는 현재 위치 자동 감지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Kakao 주소 API 연동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21992"/>
            <a:ext cx="347472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22199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176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🤖 AI 분석 및 경로 생성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4963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Anthropic Claude API가 이용자 신체 조건,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날씨, 대기오염, 저상버스, 엘리베이터 상태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종합 분석 후 최적 경로 3개 제안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72384"/>
            <a:ext cx="347472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072384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266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📊 부담도 수치화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3467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경로별 신체 부담 지수(0~10)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이동 시간·거리·환승 횟수 한눈에 비교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922776"/>
            <a:ext cx="347472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922776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8770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🚶 단계별 안내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1970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도보→버스→지하철 각 구간별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상세 텍스트 및 지도 안내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1188720"/>
            <a:ext cx="3749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1188720"/>
            <a:ext cx="64008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Claude API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66360" y="1691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Anthropic Claude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경로 분석 및 추천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2377440"/>
            <a:ext cx="3749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0" y="2377440"/>
            <a:ext cx="64008" cy="10515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</a:rPr>
              <a:t>ODsay API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16636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대중교통 실시간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경로 탐색 엔진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3566160"/>
            <a:ext cx="3749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37760" y="3566160"/>
            <a:ext cx="64008" cy="1051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Leaflet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166360" y="4069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오픈소스 지도 렌더링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(OpenStreetMap)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② — 접근성 정보 실시간 반영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저상버스 · 엘리베이터 · 공중화장실 연동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8321040" cy="1143000"/>
          </a:xfrm>
          <a:prstGeom prst="rect">
            <a:avLst/>
          </a:prstGeom>
          <a:solidFill>
            <a:srgbClr val="E6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44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2801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저상버스 실시간 연동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서울시 저상버스 노선 및 배차 정보를 실시간 연동하여 경로 추천 시 우선 반영합니다. 휠체어·유모차 탑승 가능한 저상버스만 선택하는 옵션을 제공합니다.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1488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📂 서울 열린데이터광장 — 서울시 저상버스 현황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8321040" cy="1143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468880"/>
            <a:ext cx="64008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🛗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25603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지하철 엘리베이터 운행 상태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926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서울시 지하철 역사 내 엘리베이터·에스컬레이터의 실시간 운행 상태를 확인합니다. 고장 시 계단·경사로 대체 경로를 AI가 자동으로 재안내합니다.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4290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📂 서울 열린데이터광장 — 서울 지하철 승강기 현황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749040"/>
            <a:ext cx="8321040" cy="11430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749040"/>
            <a:ext cx="64008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005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🚻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38404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공중화장실 위치 안내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206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경로 주변 및 목적지 인근 공중화장실 위치를 지도에 표시합니다. 장애인 화장실 여부, 개방 시간 등 세부 정보도 함께 제공합니다.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71600" y="47091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📂 서울 열린데이터광장 — 서울시 공중화장실 현황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③ — 날씨·환경 안전 반영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날씨 기반 경로 최적화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5303520" cy="3566160"/>
          </a:xfrm>
          <a:prstGeom prst="rect">
            <a:avLst/>
          </a:prstGeom>
          <a:solidFill>
            <a:srgbClr val="E6F7F6"/>
          </a:solidFill>
          <a:ln w="12700">
            <a:solidFill>
              <a:srgbClr val="C9E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☀️ 맑음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1572768"/>
            <a:ext cx="27432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최단 경로 · 공원 경유 옵션 제공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🌧️ 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2212848"/>
            <a:ext cx="27432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실내 환승 우선 · 우산 노출 구간 최소화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🌡️ 폭염 (35°C+)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03120" y="2852928"/>
            <a:ext cx="27432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그늘 경로 우선 · 이동 시간 단축 권고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❄️ 한파·빙판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03120" y="3493008"/>
            <a:ext cx="27432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미끄럼 위험 구간 회피 · 내부 동선 추천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931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😷 대기 오염 (PM2.5)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103120" y="4133088"/>
            <a:ext cx="27432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야외 보행 구간 최소화 · 실내 이동 우선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188720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0" y="1280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33°C+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0350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경로 변경 폭염 임계값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2377440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03504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고령자 낙상의 야외 미끄럼 비율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3566160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3657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5분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03504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날씨 데이터 갱신 주기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④ — 응급 SOS 즉시 연결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이동 중 위급 상황 원터치 대응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1280160"/>
            <a:ext cx="2286000" cy="2286000"/>
          </a:xfrm>
          <a:prstGeom prst="ellipse">
            <a:avLst/>
          </a:prstGeom>
          <a:solidFill>
            <a:srgbClr val="FEE2E2"/>
          </a:solidFill>
          <a:ln w="508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417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🚨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2900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0" y="2907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응급 신고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55448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📞 119 즉시 연결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버튼 한 번으로 119 직접 통화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74320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📍 위치 공유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현재 GPS 위치를 보호자에게 즉시 전송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155448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💊 약국·응급실 안내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주변 약국·응급의료기관 즉시 검색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97880" y="274320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🔔 보호자 알림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SOS 발생 시 보호자 앱에 즉시 푸시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📂 공공데이터포털 — 건강보험심사평가원 약국정보 · 국립중앙의료원 응급의료기관 정보 활용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⑤ — 보호자 연결 시스템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초대 코드 기반 간편 연결 · 실시간 모니터링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1600200" cy="1645920"/>
          </a:xfrm>
          <a:prstGeom prst="rect">
            <a:avLst/>
          </a:prstGeom>
          <a:solidFill>
            <a:srgbClr val="E6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71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👩‍💼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보호자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앱에서 초대 코드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생성 (6자리)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766E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749040" y="1280160"/>
            <a:ext cx="1600200" cy="1645920"/>
          </a:xfrm>
          <a:prstGeom prst="rect">
            <a:avLst/>
          </a:prstGeom>
          <a:solidFill>
            <a:srgbClr val="E6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371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4904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어르신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코드 입력으로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간편 가입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766E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223760" y="1280160"/>
            <a:ext cx="1600200" cy="1645920"/>
          </a:xfrm>
          <a:prstGeom prst="rect">
            <a:avLst/>
          </a:prstGeom>
          <a:solidFill>
            <a:srgbClr val="E6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1371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연결 완료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양방향 실시간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모니터링 시작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📊 이동 기록 조회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최근 10회 이동 경로 및 목적지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959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이동 시간·소요 부담도 확인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3068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이동 이상 시 즉시 알림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10896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📋 어르신 정보 관리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집 주소·자주 가는 장소 등록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959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보행 능력·이동 보조기 설정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43068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건강 메모 및 특이사항 기록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⑥ — 고령자 친화 UX · PWA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없이 스마트폰에 앱처럼 사용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📲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13441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PWA (Progressive Web App)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앱스토어 없이 브라우저에서 바로 설치.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오프라인에서도 지도·경로 확인 가능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2344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60520" y="13441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초대형 글씨 UI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18px 이상 대형 글씨로 가독성 극대화.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터치 영역 최소 48px 보장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086600" y="13441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한국어 전용 설계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874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복잡한 영어 없이 순우리말 중심 인터페이스.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전문 용어 없는 안내 문구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📴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4440" y="31729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오프라인 모드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703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캐시된 지도 타일로 인터넷 없이도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마지막 경로 확인 가능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30632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7472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160520" y="31729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</a:rPr>
              <a:t>홈 화면 바로가기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3703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iOS·Android 홈 화면에 아이콘 추가.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웹앱과 동일한 사용 경험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30632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♿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086600" y="31729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접근성(A11Y) 설계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703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스크린리더 지원 (WAI-ARIA).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고대비 모드 및 키보드 내비게이션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공공데이터 ① — 서울 열린데이터광장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data.seoul.go.kr — 교통·환경·복지 분야 5종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15568"/>
            <a:ext cx="832104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서울 열린데이터광장 (data.seoul.go.kr) — 실시간 교통·환경·복지 공공데이터 5종 활용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832104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627632"/>
            <a:ext cx="54864" cy="6035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00784"/>
            <a:ext cx="749808" cy="219456"/>
          </a:xfrm>
          <a:prstGeom prst="rect">
            <a:avLst/>
          </a:prstGeom>
          <a:solidFill>
            <a:srgbClr val="0F766E">
              <a:alpha val="13000"/>
            </a:srgbClr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교통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44752" y="1664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서울시 저상버스 현황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44752" y="19568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API: getLow… (저상버스 노선·차량 API)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166360" y="171907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경로 생성 시 저상버스 노선 우선 반영, 배차 확인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295144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295144"/>
            <a:ext cx="54864" cy="6035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68296"/>
            <a:ext cx="749808" cy="219456"/>
          </a:xfrm>
          <a:prstGeom prst="rect">
            <a:avLst/>
          </a:prstGeom>
          <a:solidFill>
            <a:srgbClr val="0F766E">
              <a:alpha val="13000"/>
            </a:srgbClr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교통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44752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지하철역 승강기 현황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44752" y="26243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API: LiftStatusInfoService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166360" y="238658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엘리베이터 운행·고장 여부 실시간 확인, 고장 시 우회 경로 자동 생성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962656"/>
            <a:ext cx="832104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62656"/>
            <a:ext cx="54864" cy="6035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035808"/>
            <a:ext cx="749808" cy="219456"/>
          </a:xfrm>
          <a:prstGeom prst="rect">
            <a:avLst/>
          </a:prstGeom>
          <a:solidFill>
            <a:srgbClr val="22C55E">
              <a:alpha val="13000"/>
            </a:srgbClr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복지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44752" y="2999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서울시 공중화장실 현황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444752" y="32918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API: SearchPublicToiletPOIService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66360" y="305409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경로 주변 공중화장실 지도 표시, 장애인 화장실 필터링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630168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630168"/>
            <a:ext cx="54864" cy="6035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703320"/>
            <a:ext cx="749808" cy="219456"/>
          </a:xfrm>
          <a:prstGeom prst="rect">
            <a:avLst/>
          </a:prstGeom>
          <a:solidFill>
            <a:srgbClr val="22C55E">
              <a:alpha val="13000"/>
            </a:srgbClr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복지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444752" y="3666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무더위쉼터 현황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444752" y="39593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API: TbGtnHireshelter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166360" y="372160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폭염 경보 시 이동 경로 내 쉼터 위치 안내, 중간 휴식 지점 추천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4297680"/>
            <a:ext cx="832104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297680"/>
            <a:ext cx="54864" cy="6035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370832"/>
            <a:ext cx="749808" cy="219456"/>
          </a:xfrm>
          <a:prstGeom prst="rect">
            <a:avLst/>
          </a:prstGeom>
          <a:solidFill>
            <a:srgbClr val="0F766E">
              <a:alpha val="13000"/>
            </a:srgbClr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교통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444752" y="43342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서울 지하철 실시간 도착정보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444752" y="46268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API: swopenapi / realtimeStationArrival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166360" y="43891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지하철 다음 열차 도착 시간 실시간 표시, 탑승 타이밍 안내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공공데이터 ② — 공공데이터포털 + 지도·경로 API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data.go.kr / Kakao · ODsay · TMap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15568"/>
            <a:ext cx="832104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🏥  공공데이터포털 (data.go.kr) — 보건·응급 2종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91056"/>
            <a:ext cx="832104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591056"/>
            <a:ext cx="54864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8249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16367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건강보험심사평가원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34440" y="1847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건강보험심사평가원 약국 기본정보 조회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234440" y="21122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API: B551182/pharmacyInfoService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120640" y="17373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이동 중 주변 약국 검색 · 운영시간·전화번호 안내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395728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395728"/>
            <a:ext cx="54864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4871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24414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국립중앙의료원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국립중앙의료원 응급의료기관 정보 조회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234440" y="29169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API: B552657/ErmctInfoInqireService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20640" y="254203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SOS 시 반경 내 응급실 즉시 검색 · 혼잡도 확인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291840"/>
            <a:ext cx="832104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91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🗺️  지도·경로 API — Kakao Maps · ODsay · TMap (보행자 경로 보정)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730752"/>
            <a:ext cx="4069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37764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🗺️  Kakao Maps SDK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68880" y="37764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지도 렌더링, 마커, 경로선, 장소·역 주변 검색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17720" y="3730752"/>
            <a:ext cx="406908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37764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🚌  ODsay 대중교통 API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75120" y="37764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버스+지하철+도보 혼합 경로 생성, 실시간 버스 도착 보조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4233672"/>
            <a:ext cx="4069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4279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🚶  TMap 보행자 경로 API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68880" y="42793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도보 구간을 실제 보행 가능 경로로 보정 (직선 → 도로 기반)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17720" y="4233672"/>
            <a:ext cx="406908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4279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🤖  Anthropic Claude API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675120" y="42793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자연어 목적지 해석, 경로 설명을 어르신 친화 안내문으로 변환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구성 — 시스템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PWA → Vercel 서버리스 → 외부 API / BaaS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1874520" cy="3429000"/>
          </a:xfrm>
          <a:prstGeom prst="rect">
            <a:avLst/>
          </a:prstGeom>
          <a:solidFill>
            <a:srgbClr val="E6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187452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18872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🖥️ 프론트엔드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" y="16642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React 18 + Vite 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" y="21488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React Router v6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" y="263347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Tailwind CSS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" y="311810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Kakao Maps SDK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" y="3602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Leaflet.js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" y="408736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PWA (Service Worker)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95728" y="1188720"/>
            <a:ext cx="1874520" cy="342900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95728" y="1188720"/>
            <a:ext cx="1874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18872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⚡ Vercel 서버리스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05456" y="16642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/api/claude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05456" y="21488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/api/seoul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05456" y="263347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/api/subway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05456" y="311810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/api/gonggong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05456" y="3602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/api/walk-route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05456" y="408736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/api/road-route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79976" y="1188720"/>
            <a:ext cx="1874520" cy="342900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79976" y="1188720"/>
            <a:ext cx="18745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53128" y="118872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🗄️ BaaS / DB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89704" y="16642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Supabase Auth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89704" y="21488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PostgreSQL DB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9704" y="263347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카카오 로그인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89704" y="311810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이메일 로그인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9704" y="36027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실시간 동기화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9704" y="408736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프로필·연결 저장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64224" y="1188720"/>
            <a:ext cx="2368296" cy="34290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64224" y="1188720"/>
            <a:ext cx="2368296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7376" y="118872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🔌 외부 API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73952" y="1664208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Anthropic Claude API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73952" y="2148840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ODsay 대중교통 경로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73952" y="2633472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TMap 보행자 경로 보정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73952" y="3118104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서울 열린데이터광장 (5종)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73952" y="3602736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공공데이터포털 (2종)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73952" y="4087368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Daum 주소·Nominatim GPS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40280" y="27203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224528" y="27203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08776" y="27203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11480" y="4663440"/>
            <a:ext cx="8321040" cy="292608"/>
          </a:xfrm>
          <a:prstGeom prst="rect">
            <a:avLst/>
          </a:prstGeom>
          <a:solidFill>
            <a:srgbClr val="0A4744"/>
          </a:solidFill>
          <a:ln w="12700">
            <a:solidFill>
              <a:srgbClr val="0A47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6634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🚀  Vercel 자동 배포 (GitHub main branch) — silverpass-seoul.vercel.app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72400" y="4663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D7D4"/>
                </a:solidFill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이용 흐름 — 어르신 기준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설치 → 경로 안내 → 응급 대응까지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1280160" cy="2743200"/>
          </a:xfrm>
          <a:prstGeom prst="rect">
            <a:avLst/>
          </a:prstGeom>
          <a:solidFill>
            <a:srgbClr val="E6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📲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앱 접속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PWA 설치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(홈 화면 추가)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27632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766E"/>
                </a:solidFill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828800" y="1371600"/>
            <a:ext cx="128016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94560" y="14173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2057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28800" y="2651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간편 가입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3063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이메일·카카오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또는 초대 코드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90672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766E"/>
                </a:solidFill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91840" y="1371600"/>
            <a:ext cx="1280160" cy="2743200"/>
          </a:xfrm>
          <a:prstGeom prst="rect">
            <a:avLst/>
          </a:prstGeom>
          <a:solidFill>
            <a:srgbClr val="E6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0" y="14173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2057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91840" y="2651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목적지 입력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3063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주소 검색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또는 즐겨찾기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53712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766E"/>
                </a:solidFill>
              </a:rPr>
              <a:t>›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754880" y="1371600"/>
            <a:ext cx="128016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20640" y="14173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2057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754880" y="2651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AI 경로 생성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3063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날씨·접근성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실시간 반영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16752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766E"/>
                </a:solidFill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217920" y="1371600"/>
            <a:ext cx="1280160" cy="2743200"/>
          </a:xfrm>
          <a:prstGeom prst="rect">
            <a:avLst/>
          </a:prstGeom>
          <a:solidFill>
            <a:srgbClr val="E6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83680" y="14173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17920" y="2057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17920" y="2651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안내 시작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3063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단계별 지도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음성 안내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79792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766E"/>
                </a:solidFill>
              </a:rPr>
              <a:t>›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7680960" y="1371600"/>
            <a:ext cx="128016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046720" y="14173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680960" y="2057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7680960" y="2651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응급 대응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680960" y="3063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SOS 버튼으로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즉시 연결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E6F7F6"/>
          </a:solidFill>
          <a:ln w="12700">
            <a:solidFill>
              <a:srgbClr val="C9EB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3159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</a:rPr>
              <a:t>✅ 전체 여정에서 AI가 실시간 최적화 — 고령자는 단순히 '어디 가고 싶은지'만 말하면 됩니다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사회적 가치 · 개인적 편익 · 정책적 기여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2697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사회적 효과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267712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591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고령자 이동 자립성 향상·사회 참여 촉진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9535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돌봄 인력 모니터링 부담 경감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547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공공 교통 데이터 활용 생태계 확산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1422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고령 친화 스마트 서울 정책 기여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37560" y="118872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188720"/>
            <a:ext cx="26974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2984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429000" y="1847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개인적 편익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20440" y="2267712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3591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스마트폰 미숙 어르신도 쉽게 사용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74720" y="29535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저상버스·엘리베이터 탐색 시간 절감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74720" y="3547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응급상황 신속 대응 (SOS 연동)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0" y="41422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보호자 안심 → 가족 관계 개선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118872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1188720"/>
            <a:ext cx="26974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2984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55080" y="1847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정책·제도적 기여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46520" y="2267712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3591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서울시 고령자 이동권 보장 정책 지원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29535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공공데이터 API 활용 우수 사례 제시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3547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디지털 취약계층 지원 모델 제시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0" y="41422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고령자 이동 패턴 데이터 분석 제공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이용 시나리오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사용 상황 기반 스토리텔링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8321040" cy="1737360"/>
          </a:xfrm>
          <a:prstGeom prst="rect">
            <a:avLst/>
          </a:prstGeom>
          <a:solidFill>
            <a:srgbClr val="E6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64008" cy="1737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시나리오 A — 일상 외출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70세 김씨 할머니는 병원 진료가 있습니다. 실버패스를 열고 '병원 이름'을 검색합니다. AI가 오늘 비 예보를 감지해 실내 환승이 많은 경로를 자동 선택. 저상버스 탑승 구간과 엘리베이터 운행 중인 지하철역을 안내해줍니다.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353312"/>
            <a:ext cx="237744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계획 시간의 15분 단축 · 낙상 위험 구간 0개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108960"/>
            <a:ext cx="8321040" cy="1737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108960"/>
            <a:ext cx="64008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시나리오 B — 응급 상황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58444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이동 중 갑자기 어지러움을 느낀 박씨 할아버지. SOS 버튼을 누르자 딸(보호자)에게 즉시 위치 알림이 전송되고, 주변 응급실과 약국 목록이 화면에 표시됩니다. 119 전화 버튼으로 1터치 신고가 완료됩니다.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273552"/>
            <a:ext cx="237744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응급 신고 소요 시간 3초 이내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방안 및 확장성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→ 단기 → 중장기 로드맵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2697480" cy="3611880"/>
          </a:xfrm>
          <a:prstGeom prst="rect">
            <a:avLst/>
          </a:prstGeom>
          <a:solidFill>
            <a:srgbClr val="E6F7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269748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070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현재 (v1.0)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356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D7D4"/>
                </a:solidFill>
              </a:rPr>
              <a:t>2026년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81051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저상버스·엘리베이터 실시간 연동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AI 경로 추천 (Claude API)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21868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보호자 연결 시스템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92277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PWA 앱 배포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18872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188720"/>
            <a:ext cx="269748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2070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단기 (v2.0)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356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D7D4"/>
                </a:solidFill>
              </a:rPr>
              <a:t>2026 하반기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181051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음성 인터페이스 지원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25146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지자체 API 연동 확대 (6대 광역시)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74720" y="321868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돌봄기관 관리자 대시보드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74720" y="392277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이동 기반 건강 리포트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1188720"/>
            <a:ext cx="2697480" cy="3611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1188720"/>
            <a:ext cx="2697480" cy="457200"/>
          </a:xfrm>
          <a:prstGeom prst="rect">
            <a:avLst/>
          </a:prstGeom>
          <a:solidFill>
            <a:srgbClr val="0A4744"/>
          </a:solidFill>
          <a:ln w="12700">
            <a:solidFill>
              <a:srgbClr val="0A4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2070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중장기 (v3.0+)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14356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D7D4"/>
                </a:solidFill>
              </a:rPr>
              <a:t>2027~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181051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전국 단위 서비스 확장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25146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IoT 센서·스마트 보행 보조기 연동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321868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지자체 복지 시스템 API 연계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392277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▸  AI 이상행동 감지·예방 알림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모델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 가능한 수익 구조 설계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402336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44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🏛️  B2G (정부·지자체)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서울시·구청 고령자 돌봄 디지털 서비스 위탁 운영.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복지 정보 시스템과 API 연계 계약.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2496312"/>
            <a:ext cx="132588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4963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월 정액 SaaS 계약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234440"/>
            <a:ext cx="40233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44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🏥  B2B (돌봄기관)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737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요양원·복지관 단위 기관 구독 서비스.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담당 어르신 통합 모니터링 대시보드 제공.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0920" y="2496312"/>
            <a:ext cx="132588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24963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기관당 월 구독료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063240"/>
            <a:ext cx="40233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👨‍👩‍👧  B2C (개인·가족)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개인 사용자 무료 + 보호자 프리미엄 기능 유료.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무제한 이동 기록·심층 AI 리포트 유료화.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71800" y="4325112"/>
            <a:ext cx="132588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4325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Freemium 모델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3063240"/>
            <a:ext cx="40233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063240"/>
            <a:ext cx="40233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🗂️  데이터 비즈니스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566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익명화된 고령자 이동 패턴 데이터를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지자체·연구기관에 분석 보고서로 제공.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4325112"/>
            <a:ext cx="132588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4325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데이터 라이선스 계약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차별성 — 기존 서비스와 비교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실버패스만의 핵심 경쟁우위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8321040" cy="36576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1371600"/>
                <a:gridCol w="2011680"/>
              </a:tblGrid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카카오맵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네이버맵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T맵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실버패스 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744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저상버스 경로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</a:rPr>
                        <a:t>✅ 실시간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엘리베이터 고장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</a:rPr>
                        <a:t>✅ 자동 우회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날씨 기반 경로 최적화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△ 일부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</a:rPr>
                        <a:t>✅ AI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고령자 맞춤 UI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△ 일부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</a:rPr>
                        <a:t>✅ 전용 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응급 SOS 기능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</a:rPr>
                        <a:t>✅ 내장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보호자 모니터링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</a:rPr>
                        <a:t>✅ 전용 대시보드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현황 — 완성된 서비스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5월 기준 실제 배포 운영 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AI 경로 추천 (Claude API 연동)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0" y="1325880"/>
            <a:ext cx="25603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325880"/>
            <a:ext cx="2560320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100%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저상버스·엘리베이터 API 연동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920240"/>
            <a:ext cx="25603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1920240"/>
            <a:ext cx="2560320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100%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Supabase 인증·DB 구축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2514600"/>
            <a:ext cx="25603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2514600"/>
            <a:ext cx="2560320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100%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보호자 연결 시스템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3108960"/>
            <a:ext cx="25603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3108960"/>
            <a:ext cx="2560320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100%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응급 SOS 기능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77840" y="3703320"/>
            <a:ext cx="25603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3703320"/>
            <a:ext cx="2560320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3611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100%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PWA 앱 배포 (Vercel)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77840" y="4297680"/>
            <a:ext cx="25603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4297680"/>
            <a:ext cx="2560320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206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100%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solidFill>
            <a:srgbClr val="0A4744"/>
          </a:solidFill>
          <a:ln w="12700">
            <a:solidFill>
              <a:srgbClr val="0A4744"/>
            </a:solidFill>
            <a:prstDash val="solid"/>
          </a:ln>
        </p:spPr>
      </p:sp>
      <p:sp>
        <p:nvSpPr>
          <p:cNvPr id="31" name="Text 29">
            <a:hlinkClick r:id="rId1" tooltip=""/>
          </p:cNvPr>
          <p:cNvSpPr/>
          <p:nvPr/>
        </p:nvSpPr>
        <p:spPr>
          <a:xfrm>
            <a:off x="548640" y="45720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🚀  실제 배포 URL: https://silverpass-seoul.vercel.app  (지금 바로 접속 가능)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0" y="45720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D7D4"/>
                </a:solidFill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앱 화면 — 어르신 길 안내 서비스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어르신 시연 화면 (서울역 → 청파노인복지관, 37분 도보 경로)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106424"/>
            <a:ext cx="1719072" cy="35570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C:/Users/cyci/Downloads/app_screens/A01_elder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1591056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85039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① 어르신 홈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47091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박춘식님 맞춤 홈 화면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목적지 검색 · 자주 가는 곳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55264" y="1106424"/>
            <a:ext cx="1719072" cy="35570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1" name="Image 1" descr="C:/Users/cyci/Downloads/app_screens/A05_route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170432"/>
            <a:ext cx="1591056" cy="3429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27832" y="85039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② 경로 추천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182112" y="47091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큰 안내 중심 도보 경로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37분 · 출발지 직접 지정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071616" y="1106424"/>
            <a:ext cx="1719072" cy="35570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5" name="Image 2" descr="C:/Users/cyci/Downloads/app_screens/FINAL_03_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170432"/>
            <a:ext cx="1591056" cy="3429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44184" y="85039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③ 안내 지도 + 안심 체크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998464" y="47091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실제 보행로 지도 표시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도보 거리 · 대기질 · 안심 체크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앱 화면 — 응급 호출 &amp; 보호자 대시보드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비상 상황 즉시 호출 · 보호자 실시간 어르신 모니터링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6152" y="1106424"/>
            <a:ext cx="1719072" cy="35570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C:/Users/cyci/Downloads/app_screens/A11_emerg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170432"/>
            <a:ext cx="1591056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85039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④ 응급 호출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3000" y="47091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119 즉시 연결 · 보호자 호출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근처 응급의료기관 자동 안내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233672" y="1106424"/>
            <a:ext cx="1719072" cy="35570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1" name="Image 1" descr="C:/Users/cyci/Downloads/app_screens/FINAL_08_guard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70432"/>
            <a:ext cx="1591056" cy="3429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85039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⑤ 보호자 대시보드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160520" y="47091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어르신 연결 확인 · 정보 수정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다시 접속 링크 원터치 발급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446520" y="1170432"/>
            <a:ext cx="2377440" cy="3611880"/>
          </a:xfrm>
          <a:prstGeom prst="rect">
            <a:avLst/>
          </a:prstGeom>
          <a:solidFill>
            <a:srgbClr val="0A4744"/>
          </a:solidFill>
          <a:ln w="254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1170432"/>
            <a:ext cx="237744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83680" y="1335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스택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611112" y="1764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🚶 TMap 보행자 경로 API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도로 기반 실제 경로 보정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611112" y="2258568"/>
            <a:ext cx="2048256" cy="0"/>
          </a:xfrm>
          <a:prstGeom prst="line">
            <a:avLst/>
          </a:prstGeom>
          <a:noFill/>
          <a:ln w="6350">
            <a:solidFill>
              <a:srgbClr val="1E3A3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11112" y="2350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🤖 Claude AI 경로 해석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어르신 친화 안내문 생성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611112" y="2843784"/>
            <a:ext cx="2048256" cy="0"/>
          </a:xfrm>
          <a:prstGeom prst="line">
            <a:avLst/>
          </a:prstGeom>
          <a:noFill/>
          <a:ln w="6350">
            <a:solidFill>
              <a:srgbClr val="1E3A3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611112" y="29352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🗺️ Kakao Maps SDK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실시간 경로 지도 렌더링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611112" y="3429000"/>
            <a:ext cx="2048256" cy="0"/>
          </a:xfrm>
          <a:prstGeom prst="line">
            <a:avLst/>
          </a:prstGeom>
          <a:noFill/>
          <a:ln w="6350">
            <a:solidFill>
              <a:srgbClr val="1E3A3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611112" y="3520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🚌 서울 공공데이터 5종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저상버스·승강기·쉼터 연동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611112" y="4014216"/>
            <a:ext cx="2048256" cy="0"/>
          </a:xfrm>
          <a:prstGeom prst="line">
            <a:avLst/>
          </a:prstGeom>
          <a:noFill/>
          <a:ln w="6350">
            <a:solidFill>
              <a:srgbClr val="1E3A3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611112" y="41056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🔔 보호자 연결 시스템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비밀번호 없는 초대 코드 입장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4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0D5C56"/>
          </a:solidFill>
          <a:ln w="12700">
            <a:solidFill>
              <a:srgbClr val="0D5C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" y="11887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0D5C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실버</a:t>
            </a:r>
            <a:endParaRPr lang="en-US" sz="3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0D5C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패스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D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Care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914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560320" y="1920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</a:rPr>
              <a:t>고령자의 더 자유로운 이동을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</a:rPr>
              <a:t>실버패스 서울 Care가 함께합니다.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0" y="2971800"/>
            <a:ext cx="36576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3154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팀명: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실버패스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355701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대표자: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서하늘 (충남도립대학교)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39593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이메일: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ilikesky1012@gmail.com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436168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서비스: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silverpass-seoul.vercel.app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실버패스 서울 Care - 상세기획서</dc:title>
  <dc:subject>2026 서울시 빅데이터 활용 경진대회 창업부문</dc:subject>
  <dc:creator>서하늘</dc:creator>
  <cp:lastModifiedBy>서하늘</cp:lastModifiedBy>
  <cp:revision>1</cp:revision>
  <dcterms:created xsi:type="dcterms:W3CDTF">2026-05-07T07:38:07Z</dcterms:created>
  <dcterms:modified xsi:type="dcterms:W3CDTF">2026-05-07T07:38:07Z</dcterms:modified>
</cp:coreProperties>
</file>